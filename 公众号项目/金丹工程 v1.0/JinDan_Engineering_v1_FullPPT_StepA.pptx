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金丹工程 v1.0</a:t>
            </a:r>
          </a:p>
          <a:p>
            <a:r>
              <a:t>完整版课程 PPT（80页骨架版）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 A · 全课程结构 · 36章框架 + 图示占位符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第1章：局域负熵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第1章：局域负熵（图示页）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第2章：信息密度压缩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第2章：信息密度压缩（图示页）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第3章：真空涨落抑制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第3章：真空涨落抑制（图示页）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第4章：局部曲率势阱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第4章：局部曲率势阱（图示页）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第5章：能量井形成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第5章：能量井形成（图示页）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第6章：丹田物理解剖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第6章：丹田物理解剖（图示页）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第7章：横膈膜 = 玄关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第7章：横膈膜 = 玄关（图示页）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第8章：DMN 静默与丹田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第8章：DMN 静默与丹田（图示页）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第9章：负熵阶段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第9章：负熵阶段（图示页）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第10章：信息压缩阶段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第10章：信息压缩阶段（图示页）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第11章：真空静默阶段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第11章：真空静默阶段（图示页）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第12章：势阱阶段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第12章：势阱阶段（图示页）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第13章：能量井扩张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第13章：能量井扩张（图示页）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第14章：小丹成核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第14章：小丹成核（图示页）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第15章：循环反馈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第15章：循环反馈（图示页）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第16章：金丹大成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第16章：金丹大成（图示页）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第17章：暗能量与先天炁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第17章：暗能量与先天炁（图示页）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第18章：黑洞类比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第18章：黑洞类比（图示页）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第19章：意识与能量耦合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第19章：意识与能量耦合（图示页）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第20章：小宇宙工程体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第20章：小宇宙工程体（图示页）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第21章：免疫系统关系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第21章：免疫系统关系（图示页）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第22章：HRV 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第22章：HRV 关系（图示页）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第23章：脑电相干态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第23章：脑电相干态（图示页）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第24章：寿命延长机制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第24章：寿命延长机制（图示页）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第25章：能量效率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第25章：能量效率（图示页）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第26章：假丹与邪火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第26章：假丹与邪火（图示页）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第27章：幻觉 vs 丹体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第27章：幻觉 vs 丹体（图示页）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第28章：偏差自检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第28章：偏差自检（图示页）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第29章：胸闷与坠痛处理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第29章：胸闷与坠痛处理（图示页）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第30章：温养安全体系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第30章：温养安全体系（图示页）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第31章：每日功课表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第31章：每日功课表（图示页）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第32章：呼吸节律表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第32章：呼吸节律表（图示页）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第33章：玄关进度表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第33章：玄关进度表（图示页）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第34章：丹田温度与脉动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第34章：丹田温度与脉动（图示页）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第35章：丹体自测系统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第35章：丹体自测系统（图示页）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第36章：30天/100天 修炼计划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【章节要点】</a:t>
            </a:r>
          </a:p>
          <a:p>
            <a:r>
              <a:t>· 要点占位符</a:t>
            </a:r>
          </a:p>
          <a:p>
            <a:r>
              <a:t>· 图示占位符</a:t>
            </a:r>
          </a:p>
          <a:p>
            <a:r>
              <a:t>· 流程模型占位符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第36章：30天/100天 修炼计划（图示页）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【图示占位符】</a:t>
            </a:r>
          </a:p>
          <a:p>
            <a:r>
              <a:t>· 势阱图</a:t>
            </a:r>
          </a:p>
          <a:p>
            <a:r>
              <a:t>· 丹体结构图</a:t>
            </a:r>
          </a:p>
          <a:p>
            <a:r>
              <a:t>· 动力系统模型</a:t>
            </a:r>
          </a:p>
          <a:p>
            <a:r>
              <a:t>· 意识回路草图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